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잠깐 쉬어 갑니다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19449" y="452438"/>
            <a:ext cx="19896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SPOT THE DIFFERENCE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95350"/>
            <a:ext cx="11182350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잠깐, </a:t>
            </a:r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</a:t>
            </a:r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69579" y="4735711"/>
            <a:ext cx="4915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시절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1546175" y="4954786"/>
            <a:ext cx="113853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꿈 많던 학생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3811786" y="3177480"/>
            <a:ext cx="381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25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Text 6"/>
          <p:cNvSpPr txBox="1"/>
          <p:nvPr/>
        </p:nvSpPr>
        <p:spPr>
          <a:xfrm>
            <a:off x="5274171" y="4735711"/>
            <a:ext cx="1700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 · 6.4 지방선거 · SBS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5095577" y="4954786"/>
            <a:ext cx="20575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박원순 캠프의 '홍금보'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875014" y="5278636"/>
            <a:ext cx="24988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별명 작명: 당시 서울시 대변인, 지금의 구청장님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8056215" y="3177480"/>
            <a:ext cx="381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25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9741545" y="4735711"/>
            <a:ext cx="7838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중랑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9719370" y="4954786"/>
            <a:ext cx="8283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073128" y="6162675"/>
            <a:ext cx="410274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얼굴은 변해도, 레시피는 계속 쌓였습니다</a:t>
            </a:r>
            <a:endParaRPr lang="en-US" sz="2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90984"/>
            <a:ext cx="12592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'정책셰프'인가?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54585" y="505271"/>
            <a:ext cx="17490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A POLICY CHEF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71984"/>
            <a:ext cx="4344739" cy="503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정책은 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요리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닮았습니다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1771650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주방에서는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7000875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정책에서는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504825" y="2257425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43100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재료도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양념과 불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따라 맛이 달라진다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6496050" y="2257425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0" name="Text 8"/>
          <p:cNvSpPr txBox="1"/>
          <p:nvPr/>
        </p:nvSpPr>
        <p:spPr>
          <a:xfrm>
            <a:off x="7172325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예산, 같은 사업도 설계에 따라 주민의 체감이 달라진다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04825" y="3224213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43100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맛도 먹는 사람과 자리에 따라 평가가 다르다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96050" y="3224213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4" name="Text 12"/>
          <p:cNvSpPr txBox="1"/>
          <p:nvPr/>
        </p:nvSpPr>
        <p:spPr>
          <a:xfrm>
            <a:off x="7172325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정책도 누가, 언제, 어디서 겪느냐에 따라 평가가 갈린다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504825" y="4191000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943100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레시피가 있어야 누가 끓여도 그 맛이 난다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96050" y="4191000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8" name="Text 16"/>
          <p:cNvSpPr txBox="1"/>
          <p:nvPr/>
        </p:nvSpPr>
        <p:spPr>
          <a:xfrm>
            <a:off x="7172325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기준과 방법이 있어야 담당자가 바뀌어도 정책이 이어진다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504825" y="5157788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943100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셰프가 아니라 손님이 본다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6496050" y="5157788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7172325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성과는 행정이 아니라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판정한다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204543" y="6181725"/>
            <a:ext cx="383991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그래서 저는 스스로를 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정책셰프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라 부릅니다</a:t>
            </a:r>
            <a:endParaRPr lang="en-US" sz="2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3C2A를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3776662"/>
            <a:ext cx="183267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AGENDA</a:t>
            </a:r>
            <a:endParaRPr lang="en-US" sz="98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AUTHORITY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7263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3C2A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863382"/>
            <a:ext cx="3800475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63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05375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+2A = 3C2A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의제로 삼을까 ·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AUTHORITY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누구의 목소리일 때 믿을까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424863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2026-09-30T23:26:09Z</dcterms:created>
  <dcterms:modified xsi:type="dcterms:W3CDTF">2026-09-30T23:26:09Z</dcterms:modified>
</cp:coreProperties>
</file>