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video" Target="../media/media-13-2.mp4"/><Relationship Id="rId3" Type="http://schemas.microsoft.com/office/2007/relationships/media" Target="../media/media-13-2.mp4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CHANNEL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COMMUNITY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81000"/>
            <a:ext cx="24720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 × 세 현장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91185" y="395288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DISHES FROM 3 KITCHENS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2950"/>
            <a:ext cx="61830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해봤더니 — 다섯 메뉴, 세 주방, </a:t>
            </a:r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열다섯 그릇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9561314" y="570012"/>
            <a:ext cx="21734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김현성, 『소상공인을 버린 AI』(2026)</a:t>
            </a:r>
            <a:endParaRPr lang="en-US" sz="900" dirty="0"/>
          </a:p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6장 서울 · 7장 중기유통센터 · 8장 광주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07645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207645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최초·최연소 디지털보좌관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359301" y="1459409"/>
            <a:ext cx="30163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59301" y="1697534"/>
            <a:ext cx="3016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 소상공인디지털본부장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4230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64230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경제진흥상생일자리재단 초대 대표이사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2303859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2503884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우리는 누구인가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07645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청책(聽策)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207645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'정'을 '청'으로 — 시민 10만 명을 만난 이름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5359301" y="2288679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 · 소담상회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359301" y="2507754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 이름보다 더 유명해진 브랜드, 전국 6곳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64230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864230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지산지소의 '지(地)'를 D로 — 한 글자로 지은 정책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3125391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3325416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문제로 만들까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7645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207645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신청 0명, 통화량 데이터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359301" y="3110210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13억 건 키워드 백서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5359301" y="3329285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사장님에게 디지털은 기회가 아니라 '공포'였다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864230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864230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 집단 탈퇴 결의, 수수료 9.8%→7.8%</a:t>
            </a:r>
            <a:endParaRPr lang="en-US" sz="980" dirty="0"/>
          </a:p>
        </p:txBody>
      </p:sp>
      <p:sp>
        <p:nvSpPr>
          <p:cNvPr id="28" name="Text 26"/>
          <p:cNvSpPr txBox="1"/>
          <p:nvPr/>
        </p:nvSpPr>
        <p:spPr>
          <a:xfrm>
            <a:off x="571500" y="3946922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571500" y="4146947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행동을 만들까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07645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까치온 무료 와이파이</a:t>
            </a:r>
            <a:endParaRPr lang="en-US" sz="1130" dirty="0"/>
          </a:p>
        </p:txBody>
      </p:sp>
      <p:sp>
        <p:nvSpPr>
          <p:cNvPr id="31" name="Text 29"/>
          <p:cNvSpPr txBox="1"/>
          <p:nvPr/>
        </p:nvSpPr>
        <p:spPr>
          <a:xfrm>
            <a:off x="207645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"인터넷 접속은 수돗물과 같습니다"</a:t>
            </a:r>
            <a:endParaRPr lang="en-US" sz="980" dirty="0"/>
          </a:p>
        </p:txBody>
      </p:sp>
      <p:sp>
        <p:nvSpPr>
          <p:cNvPr id="32" name="Text 30"/>
          <p:cNvSpPr txBox="1"/>
          <p:nvPr/>
        </p:nvSpPr>
        <p:spPr>
          <a:xfrm>
            <a:off x="5359301" y="3931741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경제백신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5359301" y="4150816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3년간 사장님 54,000명이 건넌 디지털 전환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64230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QR광주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864230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키오스크 대신, 테이블 위 QR 스티커 한 장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571500" y="4768453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</p:txBody>
      </p:sp>
      <p:sp>
        <p:nvSpPr>
          <p:cNvPr id="37" name="Text 35"/>
          <p:cNvSpPr txBox="1"/>
          <p:nvPr/>
        </p:nvSpPr>
        <p:spPr>
          <a:xfrm>
            <a:off x="571500" y="4968478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기억하게 할까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07645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시민 '서울씨'</a:t>
            </a:r>
            <a:endParaRPr lang="en-US" sz="1130" dirty="0"/>
          </a:p>
        </p:txBody>
      </p:sp>
      <p:sp>
        <p:nvSpPr>
          <p:cNvPr id="39" name="Text 37"/>
          <p:cNvSpPr txBox="1"/>
          <p:nvPr/>
        </p:nvSpPr>
        <p:spPr>
          <a:xfrm>
            <a:off x="207645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대신 종암동 45세 워킹맘의 하루를 그렸다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5359301" y="4753273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떡볶이집 사장님 강사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5359301" y="4972348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라이브 30분에 50세트, 석 달 뒤 강단에 서다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864230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푸드클럽</a:t>
            </a:r>
            <a:endParaRPr lang="en-US" sz="1130" dirty="0"/>
          </a:p>
        </p:txBody>
      </p:sp>
      <p:sp>
        <p:nvSpPr>
          <p:cNvPr id="43" name="Text 41"/>
          <p:cNvSpPr txBox="1"/>
          <p:nvPr/>
        </p:nvSpPr>
        <p:spPr>
          <a:xfrm>
            <a:off x="864230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FC는 Food Club — 홈경기에 11개 브랜드, 30분 완판</a:t>
            </a:r>
            <a:endParaRPr lang="en-US" sz="980" dirty="0"/>
          </a:p>
        </p:txBody>
      </p:sp>
      <p:sp>
        <p:nvSpPr>
          <p:cNvPr id="44" name="Text 42"/>
          <p:cNvSpPr txBox="1"/>
          <p:nvPr/>
        </p:nvSpPr>
        <p:spPr>
          <a:xfrm>
            <a:off x="571500" y="5589984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45" name="Text 43"/>
          <p:cNvSpPr txBox="1"/>
          <p:nvPr/>
        </p:nvSpPr>
        <p:spPr>
          <a:xfrm>
            <a:off x="571500" y="5790009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연결할까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207645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개포 디지털혁신파크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207645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스타트업 청년과 전통시장 상인이 만나는 공간</a:t>
            </a:r>
            <a:endParaRPr lang="en-US" sz="980" dirty="0"/>
          </a:p>
        </p:txBody>
      </p:sp>
      <p:sp>
        <p:nvSpPr>
          <p:cNvPr id="48" name="Text 46"/>
          <p:cNvSpPr txBox="1"/>
          <p:nvPr/>
        </p:nvSpPr>
        <p:spPr>
          <a:xfrm>
            <a:off x="5359301" y="5574804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가치삽시다</a:t>
            </a:r>
            <a:endParaRPr lang="en-US" sz="1130" dirty="0"/>
          </a:p>
        </p:txBody>
      </p:sp>
      <p:sp>
        <p:nvSpPr>
          <p:cNvPr id="49" name="Text 47"/>
          <p:cNvSpPr txBox="1"/>
          <p:nvPr/>
        </p:nvSpPr>
        <p:spPr>
          <a:xfrm>
            <a:off x="5359301" y="5793879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 등록하면 14개 민간 채널에 자동 연계</a:t>
            </a:r>
            <a:endParaRPr lang="en-US" sz="980" dirty="0"/>
          </a:p>
        </p:txBody>
      </p:sp>
      <p:sp>
        <p:nvSpPr>
          <p:cNvPr id="50" name="Text 48"/>
          <p:cNvSpPr txBox="1"/>
          <p:nvPr/>
        </p:nvSpPr>
        <p:spPr>
          <a:xfrm>
            <a:off x="864230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디지털 닥터단</a:t>
            </a:r>
            <a:endParaRPr lang="en-US" sz="1130" dirty="0"/>
          </a:p>
        </p:txBody>
      </p:sp>
      <p:sp>
        <p:nvSpPr>
          <p:cNvPr id="51" name="Text 49"/>
          <p:cNvSpPr txBox="1"/>
          <p:nvPr/>
        </p:nvSpPr>
        <p:spPr>
          <a:xfrm>
            <a:off x="864230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대학생이 골목 가게로 — 두 세대가 골목에서 만났다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3111252" y="6267450"/>
            <a:ext cx="602649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책상에서 짠 레시피가 아니라, 세 주방에서 직접 끓여 본 레시피입니다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520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74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239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반전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34443" y="528638"/>
            <a:ext cx="21688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IS NOT ENOUGH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971550"/>
            <a:ext cx="57721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질문의 시대에서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D2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맥락의 시대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2238375"/>
            <a:ext cx="5772150" cy="922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커뮤니케이션은 말을 잘하는 기술이 아니었습니다.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상대와 상황을 이해하는 일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 AI도 마찬가지입니다. 프롬프트 한 줄보다, AI에게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맥락을 건네느냐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답을 바꿉니다.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3466058"/>
            <a:ext cx="542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양념의 소금이던 CONTEXT가, 이제 주방 전체가 됩니다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2950" y="3713708"/>
            <a:ext cx="5429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잘 쓰는 조직은 질문을 잘하는 조직이 아니라,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맥락이 잘 쌓이고, 잘 찾아지고, 잘 연결되는 조직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676900"/>
            <a:ext cx="57721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행정에는 이미 가장 귀한 맥락이 있습니다.</a:t>
            </a:r>
            <a:endParaRPr lang="en-US" sz="3000" dirty="0"/>
          </a:p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삶입니다.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667500" y="5905500"/>
            <a:ext cx="5010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Philipp Schmid, "The New Skill in AI is Context Engineering"(2025.6.30) · Anthropic, "Effective context engineering for AI agents"(2025.9) · Google Cloud, "What is AI context engineering?"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79135" y="3724275"/>
            <a:ext cx="929729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5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875955" y="676275"/>
            <a:ext cx="25360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10"/>
              </a:lnSpc>
              <a:buNone/>
            </a:pPr>
            <a:r>
              <a:rPr lang="en-US" sz="158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삶 · 중랑의 경험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8296282" y="1257300"/>
            <a:ext cx="16954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· 업무 시스템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8759" y="1828800"/>
            <a:ext cx="183048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· 데이터 · 검색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398825" y="2400300"/>
            <a:ext cx="14903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 · 과거 결정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330688" y="3028950"/>
            <a:ext cx="16307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지시 · 규칙 · 철학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270937" y="4400550"/>
            <a:ext cx="174612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0"/>
              </a:lnSpc>
              <a:buNone/>
            </a:pPr>
            <a:r>
              <a:rPr lang="en-US" sz="113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질문은 가장 작은 한 겹</a:t>
            </a:r>
            <a:endParaRPr lang="en-US" sz="11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071116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071116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038225" y="1509266"/>
            <a:ext cx="67151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spc="140" kern="0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질문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1038225" y="1747391"/>
            <a:ext cx="6715125" cy="4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중랑에 산다는 것은 어떤 경험이어야 하는가?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2419796"/>
            <a:ext cx="6915150" cy="1664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5850" dirty="0"/>
          </a:p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5850" dirty="0"/>
          </a:p>
        </p:txBody>
      </p:sp>
      <p:sp>
        <p:nvSpPr>
          <p:cNvPr id="7" name="Text 5"/>
          <p:cNvSpPr txBox="1"/>
          <p:nvPr/>
        </p:nvSpPr>
        <p:spPr>
          <a:xfrm>
            <a:off x="838200" y="4274493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5358259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2614761" y="5382071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20분 본편</dc:title>
  <dc:subject>PptxGenJS Presentation</dc:subject>
  <dc:creator>김현성</dc:creator>
  <cp:lastModifiedBy>김현성</cp:lastModifiedBy>
  <cp:revision>1</cp:revision>
  <dcterms:created xsi:type="dcterms:W3CDTF">2026-09-30T11:11:25Z</dcterms:created>
  <dcterms:modified xsi:type="dcterms:W3CDTF">2026-09-30T11:11:25Z</dcterms:modified>
</cp:coreProperties>
</file>